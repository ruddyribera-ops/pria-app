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laspal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82880"/>
            <a:ext cx="1828800" cy="6753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12801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D32"/>
                </a:solidFill>
                <a:latin typeface="Calibri"/>
              </a:rPr>
              <a:t>Lenguaje y Comunicación: Expresamos nuestro mundo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783080"/>
            <a:ext cx="8686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1A1A1A"/>
                </a:solidFill>
                <a:latin typeface="Impact"/>
              </a:rPr>
              <a:t>Exponer un tema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397763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27 de March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aspal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1143000" cy="422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365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Misterruddy@laspalmas.edu.bo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Impact"/>
              </a:rPr>
              <a:t>¡El Poder de tu Voz!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24128"/>
            <a:ext cx="4114800" cy="3566160"/>
          </a:xfrm>
          <a:prstGeom prst="rect">
            <a:avLst/>
          </a:prstGeom>
          <a:solidFill>
            <a:srgbClr val="F1F8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23957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8855"/>
                </a:solidFill>
                <a:latin typeface="Calibri"/>
              </a:rPr>
              <a:t>🖼 Imagen no generada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3520440"/>
            <a:ext cx="4114800" cy="1024128"/>
          </a:xfrm>
          <a:prstGeom prst="rect">
            <a:avLst/>
          </a:prstGeom>
          <a:solidFill>
            <a:srgbClr val="FFE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593592"/>
            <a:ext cx="389534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A1A1A"/>
                </a:solidFill>
                <a:latin typeface="Calibri"/>
              </a:rPr>
              <a:t>¡Hola equipo! Hoy vamos a descubrir cómo convertirnos en oradores increíbles, usando tonos divertido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024128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Descubre los secretos para hablar frente al público.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67712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Aprende a usar tu cuerpo y tu voz.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¡Prepárate para brillar en tu próxima presentación!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aspal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1143000" cy="422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365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Misterruddy@laspalmas.edu.bo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Impact"/>
              </a:rPr>
              <a:t>Nuestra Gran Misión de Hoy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24128"/>
            <a:ext cx="4114800" cy="3566160"/>
          </a:xfrm>
          <a:prstGeom prst="rect">
            <a:avLst/>
          </a:prstGeom>
          <a:solidFill>
            <a:srgbClr val="F1F8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23957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8855"/>
                </a:solidFill>
                <a:latin typeface="Calibri"/>
              </a:rPr>
              <a:t>🖼 Imagen no generada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3520440"/>
            <a:ext cx="4114800" cy="1024128"/>
          </a:xfrm>
          <a:prstGeom prst="rect">
            <a:avLst/>
          </a:prstGeom>
          <a:solidFill>
            <a:srgbClr val="FFE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593592"/>
            <a:ext cx="389534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A1A1A"/>
                </a:solidFill>
                <a:latin typeface="Calibri"/>
              </a:rPr>
              <a:t>Nuestra misión hoy es dominar el arte de la exposición, paso a paso. Quienes lo prefieran, podrán 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024128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Identificar las partes de una buena exposición.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67712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Estructurar tus grandes ideas con mucha claridad.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Expresar tus mensajes con seguridad y energía.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Diseñar materiales de apoyo visual realmente increíbles.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aspal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1143000" cy="422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365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Misterruddy@laspalmas.edu.bo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Impact"/>
              </a:rPr>
              <a:t>El Esqueleto de una Exposición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24128"/>
            <a:ext cx="4114800" cy="3566160"/>
          </a:xfrm>
          <a:prstGeom prst="rect">
            <a:avLst/>
          </a:prstGeom>
          <a:solidFill>
            <a:srgbClr val="F1F8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23957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8855"/>
                </a:solidFill>
                <a:latin typeface="Calibri"/>
              </a:rPr>
              <a:t>🖼 Imagen no generada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3520440"/>
            <a:ext cx="4114800" cy="1024128"/>
          </a:xfrm>
          <a:prstGeom prst="rect">
            <a:avLst/>
          </a:prstGeom>
          <a:solidFill>
            <a:srgbClr val="FFE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593592"/>
            <a:ext cx="389534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A1A1A"/>
                </a:solidFill>
                <a:latin typeface="Calibri"/>
              </a:rPr>
              <a:t>Toda exposición tiene tres partes mágicas. Usaremos un organizador gráfico visual para que estructur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024128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Inicio: Atrapa la atención desde el primer segundo.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67712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1500">
                <a:solidFill>
                  <a:srgbClr val="1A1A1A"/>
                </a:solidFill>
                <a:latin typeface="Calibri"/>
              </a:rPr>
              <a:t>Desarrollo:</a:t>
            </a:r>
            <a:r>
              <a:rPr sz="1500">
                <a:solidFill>
                  <a:srgbClr val="1A1A1A"/>
                </a:solidFill>
                <a:latin typeface="Calibri"/>
              </a:rPr>
              <a:t> Explica el tema principal paso a paso.</a:t>
            </a:r>
          </a:p>
          <a:p>
            <a:pPr>
              <a:spcBef>
                <a:spcPts val="300"/>
              </a:spcBef>
            </a:pPr>
            <a:r>
              <a:rPr b="1" sz="1500">
                <a:solidFill>
                  <a:srgbClr val="1A1A1A"/>
                </a:solidFill>
                <a:latin typeface="Calibri"/>
              </a:rPr>
              <a:t>Cierre:</a:t>
            </a:r>
            <a:r>
              <a:rPr sz="1500">
                <a:solidFill>
                  <a:srgbClr val="1A1A1A"/>
                </a:solidFill>
                <a:latin typeface="Calibri"/>
              </a:rPr>
              <a:t> Despídete con un mensaje poderoso y claro.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aspal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1143000" cy="422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365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Misterruddy@laspalmas.edu.bo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Impact"/>
              </a:rPr>
              <a:t>Habla con Todo tu Cuerpo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24128"/>
            <a:ext cx="4114800" cy="3566160"/>
          </a:xfrm>
          <a:prstGeom prst="rect">
            <a:avLst/>
          </a:prstGeom>
          <a:solidFill>
            <a:srgbClr val="F1F8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23957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8855"/>
                </a:solidFill>
                <a:latin typeface="Calibri"/>
              </a:rPr>
              <a:t>🖼 Imagen no generada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3520440"/>
            <a:ext cx="4114800" cy="1024128"/>
          </a:xfrm>
          <a:prstGeom prst="rect">
            <a:avLst/>
          </a:prstGeom>
          <a:solidFill>
            <a:srgbClr val="FFE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593592"/>
            <a:ext cx="389534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A1A1A"/>
                </a:solidFill>
                <a:latin typeface="Calibri"/>
              </a:rPr>
              <a:t>El cuerpo habla tanto como nuestra voz. Estar de pie o manipular un objeto antiestrés pequeño nos 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024128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Mantén una postura recta, como un árbol fuerte.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67712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Mira a los ojos para conectar con todos.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Mueve tus manos para darle fuerza al mensaje.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aspal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1143000" cy="422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365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Misterruddy@laspalmas.edu.bo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Impact"/>
              </a:rPr>
              <a:t>El Volumen Perfecto de Voz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24128"/>
            <a:ext cx="4114800" cy="3566160"/>
          </a:xfrm>
          <a:prstGeom prst="rect">
            <a:avLst/>
          </a:prstGeom>
          <a:solidFill>
            <a:srgbClr val="F1F8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23957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8855"/>
                </a:solidFill>
                <a:latin typeface="Calibri"/>
              </a:rPr>
              <a:t>🖼 Imagen no generada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3520440"/>
            <a:ext cx="4114800" cy="1024128"/>
          </a:xfrm>
          <a:prstGeom prst="rect">
            <a:avLst/>
          </a:prstGeom>
          <a:solidFill>
            <a:srgbClr val="FFE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593592"/>
            <a:ext cx="389534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A1A1A"/>
                </a:solidFill>
                <a:latin typeface="Calibri"/>
              </a:rPr>
              <a:t>No queremos susurrar ni gritar, ¡queremos el volumen perfecto! Actuemos rápidamente una voz aburrida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024128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Proyecta tu voz para que todos logren escucharte.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67712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Cambia el tono para no sonar siempre igual.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Respira muy profundo antes de comenzar a hablar.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aspal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1143000" cy="422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365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Misterruddy@laspalmas.edu.bo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Impact"/>
              </a:rPr>
              <a:t>¡Estatua de Orador Gigante!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24128"/>
            <a:ext cx="4114800" cy="3566160"/>
          </a:xfrm>
          <a:prstGeom prst="rect">
            <a:avLst/>
          </a:prstGeom>
          <a:solidFill>
            <a:srgbClr val="F1F8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23957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8855"/>
                </a:solidFill>
                <a:latin typeface="Calibri"/>
              </a:rPr>
              <a:t>🖼 Imagen no generada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3520440"/>
            <a:ext cx="4114800" cy="1024128"/>
          </a:xfrm>
          <a:prstGeom prst="rect">
            <a:avLst/>
          </a:prstGeom>
          <a:solidFill>
            <a:srgbClr val="FFE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593592"/>
            <a:ext cx="389534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A1A1A"/>
                </a:solidFill>
                <a:latin typeface="Calibri"/>
              </a:rPr>
              <a:t>¡Pausa activa! Levantémonos, sacudamos los nervios y adoptemos la postura de un orador invencible. 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024128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Ponte de pie y sacude todo tu cuerpo.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67712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Imagina que eres un superhéroe muy poderoso hoy.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Toma aire y congela tu mejor postura heroica.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aspal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1143000" cy="422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365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Misterruddy@laspalmas.edu.bo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Impact"/>
              </a:rPr>
              <a:t>Diseña tu Material de Apoyo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24128"/>
            <a:ext cx="4114800" cy="3566160"/>
          </a:xfrm>
          <a:prstGeom prst="rect">
            <a:avLst/>
          </a:prstGeom>
          <a:solidFill>
            <a:srgbClr val="F1F8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23957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8855"/>
                </a:solidFill>
                <a:latin typeface="Calibri"/>
              </a:rPr>
              <a:t>🖼 Imagen no generada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3520440"/>
            <a:ext cx="4114800" cy="1024128"/>
          </a:xfrm>
          <a:prstGeom prst="rect">
            <a:avLst/>
          </a:prstGeom>
          <a:solidFill>
            <a:srgbClr val="FFE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593592"/>
            <a:ext cx="389534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A1A1A"/>
                </a:solidFill>
                <a:latin typeface="Calibri"/>
              </a:rPr>
              <a:t>Los mejores oradores usan apoyos visuales simples, no textos largos. Si leer frente al grupo es difí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024128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Usa iconos divertidos en lugar de textos largos.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67712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Anota palabras clave en tarjetas de colores brillantes.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Crea mapas mentales para organizar tu presentación visual.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aspal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1143000" cy="422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365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Misterruddy@laspalmas.edu.bo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Impact"/>
              </a:rPr>
              <a:t>¿Nervios? ¡Tú Tienes el Control!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24128"/>
            <a:ext cx="4114800" cy="3566160"/>
          </a:xfrm>
          <a:prstGeom prst="rect">
            <a:avLst/>
          </a:prstGeom>
          <a:solidFill>
            <a:srgbClr val="F1F8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23957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8855"/>
                </a:solidFill>
                <a:latin typeface="Calibri"/>
              </a:rPr>
              <a:t>🖼 Imagen no generada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3520440"/>
            <a:ext cx="4114800" cy="1024128"/>
          </a:xfrm>
          <a:prstGeom prst="rect">
            <a:avLst/>
          </a:prstGeom>
          <a:solidFill>
            <a:srgbClr val="FFE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593592"/>
            <a:ext cx="389534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A1A1A"/>
                </a:solidFill>
                <a:latin typeface="Calibri"/>
              </a:rPr>
              <a:t>Es normal sentir mariposas en el estómago. Recuerden que siempre podemos flexibilizar: pueden expone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024128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Sentir nervios es normal en cualquier gran presentador.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67712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Practica primero frente al espejo o con amigos.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Grabar tu voz es una gran opción alternativa.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aspal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1143000" cy="422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365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Misterruddy@laspalmas.edu.bo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Impact"/>
              </a:rPr>
              <a:t>¡A Preparar Nuestra Gran Escena!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24128"/>
            <a:ext cx="4114800" cy="3566160"/>
          </a:xfrm>
          <a:prstGeom prst="rect">
            <a:avLst/>
          </a:prstGeom>
          <a:solidFill>
            <a:srgbClr val="F1F8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23957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8855"/>
                </a:solidFill>
                <a:latin typeface="Calibri"/>
              </a:rPr>
              <a:t>🖼 Imagen no generada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3520440"/>
            <a:ext cx="4114800" cy="1024128"/>
          </a:xfrm>
          <a:prstGeom prst="rect">
            <a:avLst/>
          </a:prstGeom>
          <a:solidFill>
            <a:srgbClr val="FFE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593592"/>
            <a:ext cx="389534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A1A1A"/>
                </a:solidFill>
                <a:latin typeface="Calibri"/>
              </a:rPr>
              <a:t>Vamos a trabajar en pequeños pasos usando el temporizador visual. ¡Reto extra! Quien quiera puede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024128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Elige un tema que te apasione mucho hoy.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67712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Diseña tu material de apoyo con dibujos grandes.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Ensaya en parejas escuchando sus consejos y mejoras.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aspal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73152"/>
            <a:ext cx="1143000" cy="4220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4592" y="365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Misterruddy@laspalmas.edu.bo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" y="347472"/>
            <a:ext cx="8686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Impact"/>
              </a:rPr>
              <a:t>¡Eres un Orador Estrella!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" y="1024128"/>
            <a:ext cx="4114800" cy="3566160"/>
          </a:xfrm>
          <a:prstGeom prst="rect">
            <a:avLst/>
          </a:prstGeom>
          <a:solidFill>
            <a:srgbClr val="F1F8E9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239572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558855"/>
                </a:solidFill>
                <a:latin typeface="Calibri"/>
              </a:rPr>
              <a:t>🖼 Imagen no generada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" y="3520440"/>
            <a:ext cx="4114800" cy="1024128"/>
          </a:xfrm>
          <a:prstGeom prst="rect">
            <a:avLst/>
          </a:prstGeom>
          <a:solidFill>
            <a:srgbClr val="FFE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593592"/>
            <a:ext cx="389534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1A1A1A"/>
                </a:solidFill>
                <a:latin typeface="Calibri"/>
              </a:rPr>
              <a:t>¡Lo hicieron fantástico! Celebremos con un aplauso silencioso todo el esfuerzo de hoy. Expresarse 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024128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1A"/>
                </a:solidFill>
                <a:latin typeface="Calibri"/>
              </a:rPr>
              <a:t>Hoy aprendimos a estructurar nuestra gran exposición oral.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67712"/>
            <a:ext cx="4389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Usamos el cuerpo y la voz con maestría.</a:t>
            </a:r>
          </a:p>
          <a:p>
            <a:pPr>
              <a:spcBef>
                <a:spcPts val="3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• ¡Ahora estamos listos para conquistar cualquier escenario público!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laspal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005840"/>
            <a:ext cx="2194560" cy="8103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5E20"/>
                </a:solidFill>
                <a:latin typeface="Impact"/>
              </a:rPr>
              <a:t>¡Excelente trabajo hoy!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  <a:latin typeface="Calibri"/>
              </a:rPr>
              <a:t>Misterruddy@laspalmas.edu.bo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